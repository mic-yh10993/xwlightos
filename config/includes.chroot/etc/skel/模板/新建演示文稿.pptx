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No Style, No Grid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>
    <p:restoredLeft>0</p:restoredLeft>
    <p:restoredTop>0</p:restoredTop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xStyles>
    <p:titleStyle>
      <a:lvl1pPr algn="l">
        <a:defRPr sz="3200"/>
      </a:lvl1pPr>
    </p:titleStyle>
    <p:bodyStyle>
      <a:lvl1pPr algn="l">
        <a:defRPr sz="1800"/>
      </a:lvl1pPr>
    </p:bodyStyle>
    <p:otherStyle>
      <a:lvl1pPr algn="l"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XWLightOS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新建演示文稿</dc:title>
</cp:coreProperties>
</file>
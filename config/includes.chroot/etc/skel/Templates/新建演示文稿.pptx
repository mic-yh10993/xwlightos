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 xmlns:a="http://schemas.openxmlformats.org/drawingml/2006/main" xmlns:r="http://schemas.openxmlformats.org/officeDocument/2006/relationships"/>
</file>

<file path=ppt/tableStyles.xml><?xml version="1.0" encoding="utf-8"?>
<a:tblStyleLst xmlns:a="http://schemas.openxmlformats.org/drawingml/2006/main" def="No Style, No Grid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>
    <p:restoredLeft>0</p:restoredLeft>
    <p:restoredTop>0</p:restoredTop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xStyles>
    <p:titleStyle>
      <a:lvl1pPr algn="l">
        <a:defRPr sz="3200"/>
      </a:lvl1pPr>
    </p:titleStyle>
    <p:bodyStyle>
      <a:lvl1pPr algn="l">
        <a:defRPr sz="1800"/>
      </a:lvl1pPr>
    </p:bodyStyle>
    <p:otherStyle>
      <a:lvl1pPr algn="l"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XWLightOS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新建演示文稿</dc:title>
  <dc:creator>XWLightOS</dc:creator>
  <cp:lastModifiedBy>XWLightOS</cp:lastModifiedBy>
</cp:coreProperties>
</file>